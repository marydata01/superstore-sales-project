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218" autoAdjust="0"/>
    <p:restoredTop sz="94610"/>
  </p:normalViewPr>
  <p:slideViewPr>
    <p:cSldViewPr snapToGrid="0" snapToObjects="1">
      <p:cViewPr>
        <p:scale>
          <a:sx n="100" d="100"/>
          <a:sy n="100" d="100"/>
        </p:scale>
        <p:origin x="392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872600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C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9728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Superstore Sales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548640" y="187452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Analysis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182880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108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Cleaning  •  SQL  •  Power BI Dashboard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44805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Sita IT Internship  |  </a:t>
            </a:r>
            <a:r>
              <a:rPr lang="en-US" sz="1300" dirty="0" smtClean="0">
                <a:solidFill>
                  <a:srgbClr val="7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3C5E"/>
          </a:solidFill>
          <a:ln w="12700">
            <a:solidFill>
              <a:srgbClr val="1A3C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Did We Work With?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Superstore sales dataset with transactions across 4 years in the United States.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65760" y="1508760"/>
            <a:ext cx="192024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508760"/>
            <a:ext cx="1920240" cy="91440"/>
          </a:xfrm>
          <a:prstGeom prst="rect">
            <a:avLst/>
          </a:prstGeom>
          <a:solidFill>
            <a:srgbClr val="1A3C5E"/>
          </a:solidFill>
          <a:ln w="12700">
            <a:solidFill>
              <a:srgbClr val="1A3C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60020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5,901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365760" y="233172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Rows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468880" y="1508760"/>
            <a:ext cx="192024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68880" y="1508760"/>
            <a:ext cx="1920240" cy="914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68880" y="160020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2468880" y="233172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Columns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0" y="1508760"/>
            <a:ext cx="192024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508760"/>
            <a:ext cx="1920240" cy="914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0" y="160020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2019–2022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4572000" y="233172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Covered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675120" y="1508760"/>
            <a:ext cx="192024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75120" y="1508760"/>
            <a:ext cx="1920240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75120" y="160020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6675120" y="233172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Regions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3063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dataset includes: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48640" y="34290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orders, sales amounts and profit per transaction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categories: Furniture, Office Supplies and Technology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Regions: West, East, Central and South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segments: Consumer, Corporate and Home Office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3C5E"/>
          </a:solidFill>
          <a:ln w="12700">
            <a:solidFill>
              <a:srgbClr val="1A3C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Problems Did We Find?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cleaning anything, we profiled the data using SQL to find all issues first.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463040"/>
            <a:ext cx="4206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463040"/>
            <a:ext cx="64008" cy="10058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153619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Messy Decimals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30352" y="1810512"/>
            <a:ext cx="3931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and Profit had up to 15 decimal places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28.26680000000003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46320" y="1463040"/>
            <a:ext cx="4206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46320" y="1463040"/>
            <a:ext cx="64008" cy="10058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10912" y="153619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Name Casing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10912" y="1810512"/>
            <a:ext cx="3931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names had lowercase letters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'Dean percer' instead of 'Dean Percer'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2606040"/>
            <a:ext cx="4206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5760" y="2606040"/>
            <a:ext cx="64008" cy="10058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0352" y="267919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Encoding Errors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30352" y="2953512"/>
            <a:ext cx="3931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German customer names had corrupted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characters e.g. 'Peter B♦hler'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846320" y="2606040"/>
            <a:ext cx="4206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846320" y="2606040"/>
            <a:ext cx="64008" cy="10058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10912" y="267919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1,098 Loss Transactions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10912" y="2953512"/>
            <a:ext cx="3931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18.6% of all transactions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resulted in a financial loss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3749040"/>
            <a:ext cx="4206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749040"/>
            <a:ext cx="64008" cy="10058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0352" y="382219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Impossible Profit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30352" y="4096512"/>
            <a:ext cx="3931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row had a profit larger than its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sales value — physically impossible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846320" y="3749040"/>
            <a:ext cx="4206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846320" y="3749040"/>
            <a:ext cx="64008" cy="10058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10912" y="382219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News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010912" y="4096512"/>
            <a:ext cx="3931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missing values, zero date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errors, no real duplicate rows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3C5E"/>
          </a:solidFill>
          <a:ln w="12700">
            <a:solidFill>
              <a:srgbClr val="1A3C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Did We Clean It?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used PostgreSQL and VSCode to clean the data in a safe, step-by-step way.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325880"/>
            <a:ext cx="841248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325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Golden Rule: We NEVER edited the original data. We created a clean copy called superstore_clean and fixed everything there.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1965960"/>
            <a:ext cx="8412480" cy="59436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127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2057400"/>
            <a:ext cx="384048" cy="38404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0574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2020824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Rounded Decimals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0120" y="2258568"/>
            <a:ext cx="7589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ROUND() in SQL to fix Sales and Profit to exactly 2 decimal places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670048"/>
            <a:ext cx="8412480" cy="59436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127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2761488"/>
            <a:ext cx="384048" cy="38404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76148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60120" y="272491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Names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60120" y="2962656"/>
            <a:ext cx="7589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CASE WHEN to fix only the 8 specific broken names — no other names were touched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3374136"/>
            <a:ext cx="8412480" cy="59436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127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3465576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346557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60120" y="342900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Losses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60120" y="3666744"/>
            <a:ext cx="7589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a profit_flag column labelling each row as Profitable, Loss or Break Even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78224"/>
            <a:ext cx="8412480" cy="59436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127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4169664"/>
            <a:ext cx="384048" cy="38404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416966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60120" y="41330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Bad Data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60120" y="4370832"/>
            <a:ext cx="7589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a note to the impossible Brian Moss profit row for business review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3C5E"/>
          </a:solidFill>
          <a:ln w="12700">
            <a:solidFill>
              <a:srgbClr val="1A3C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The Numbers Say?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416052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960120"/>
            <a:ext cx="416052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069848"/>
            <a:ext cx="3749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$520K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16002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Region Leads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1874520"/>
            <a:ext cx="3749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West generates the highest sales of all 4 regions. South trails significantly at $250K.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00600" y="960120"/>
            <a:ext cx="416052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00600" y="960120"/>
            <a:ext cx="4160520" cy="7315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83480" y="1069848"/>
            <a:ext cx="3749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41.11%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983480" y="16002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 smtClean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Supplies </a:t>
            </a: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Dominates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83480" y="1874520"/>
            <a:ext cx="3749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Supplies dominates with 41% of all sales. Technology follows at 30% and Furniture at 28%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2926080"/>
            <a:ext cx="416052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5760" y="2926080"/>
            <a:ext cx="4160520" cy="7315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035808"/>
            <a:ext cx="3749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2019–2022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48640" y="35661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Is Growing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3840480"/>
            <a:ext cx="3749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grew consistently year over year. The trend line shows healthy upward momentum.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800600" y="2926080"/>
            <a:ext cx="416052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800600" y="2926080"/>
            <a:ext cx="416052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83480" y="3035808"/>
            <a:ext cx="3749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18.6%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4983480" y="35661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 5 Orders Loses Money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983480" y="3840480"/>
            <a:ext cx="3749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1,098 out of 5,901 transactions resulted in a loss. This needs further business investigation.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3C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Picture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82880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2801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superstore is profitable and growing — but nearly 1 in 5 transactions loses money. The data tells a clear story: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8046720" cy="50292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96596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Total revenue of $1.57M over 4 years with $175K in profit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35940" y="2575052"/>
            <a:ext cx="8046720" cy="50292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587752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West region and </a:t>
            </a:r>
            <a:r>
              <a:rPr lang="en-US" sz="13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Supplies</a:t>
            </a:r>
            <a:r>
              <a:rPr lang="en-US" sz="13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are the strongest performers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209544"/>
            <a:ext cx="8046720" cy="50292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209544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Sales are growing year over year — the business is healthy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831336"/>
            <a:ext cx="8046720" cy="50292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3831336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1,098 loss transactions need investigation — discounts may be too aggressive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46634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 • 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503</Words>
  <Application>Microsoft Office PowerPoint</Application>
  <PresentationFormat>On-screen Show (16:9)</PresentationFormat>
  <Paragraphs>80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HP</cp:lastModifiedBy>
  <cp:revision>3</cp:revision>
  <dcterms:created xsi:type="dcterms:W3CDTF">2026-05-07T09:59:17Z</dcterms:created>
  <dcterms:modified xsi:type="dcterms:W3CDTF">2026-05-14T10:27:00Z</dcterms:modified>
</cp:coreProperties>
</file>