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3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7260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Sales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548640" y="18745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Analysis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18288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1089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 •  SQL  •  Power BI Dashboard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4480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Sita IT Internship  |  2025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We Work With?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Superstore sales dataset with transactions across 4 years in the United States.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19202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508760"/>
            <a:ext cx="1920240" cy="9144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0020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5,901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65760" y="23317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Rows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468880" y="1508760"/>
            <a:ext cx="19202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68880" y="1508760"/>
            <a:ext cx="192024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160020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468880" y="23317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Columns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0" y="1508760"/>
            <a:ext cx="19202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1508760"/>
            <a:ext cx="1920240" cy="91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160020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2019–2022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572000" y="23317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Covered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75120" y="1508760"/>
            <a:ext cx="19202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75120" y="1508760"/>
            <a:ext cx="192024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160020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675120" y="23317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Regions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3063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includes: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342900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orders, sales amounts and profit per transaction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categories: Furniture, Office Supplies and Technology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Regions: West, East, Central and South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segments: Consumer, Corporate and Home Office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Problems Did We Find?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cleaning anything, we profiled the data using SQL to find all issues first.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63040"/>
            <a:ext cx="64008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53619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Messy Decimals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" y="1810512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and Profit had up to 15 decimal places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28.26680000000003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463040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463040"/>
            <a:ext cx="64008" cy="1005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10912" y="153619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Name Casing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10912" y="1810512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names had lowercase letters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'Dean percer' instead of 'Dean Percer'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606040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606040"/>
            <a:ext cx="64008" cy="1005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67919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Errors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0352" y="2953512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German customer names had corrupted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characters e.g. 'Peter B♦hler'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2606040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2606040"/>
            <a:ext cx="64008" cy="10058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10912" y="267919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1,098 Loss Transactions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10912" y="2953512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18.6% of all transactions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resulted in a financial loss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749040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749040"/>
            <a:ext cx="64008" cy="10058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382219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Profit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0352" y="4096512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row had a profit larger than its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sales value — physically impossible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3749040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3749040"/>
            <a:ext cx="64008" cy="10058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10912" y="382219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News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10912" y="4096512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missing values, zero date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errors, no real duplicate rows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Did We Clean It?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used PostgreSQL and VSCode to clean the data in a safe, step-by-step way.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8412480" cy="50292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25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Golden Rule: We NEVER edited the original data. We created a clean copy called superstore_clean and fixed everything there.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965960"/>
            <a:ext cx="841248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057400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057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202082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Rounded Decimals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2258568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ROUND() in SQL to fix Sales and Profit to exactly 2 decimal places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670048"/>
            <a:ext cx="841248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761488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7614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272491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Names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" y="2962656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CASE WHEN to fix only the 8 specific broken names — no other names were touched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374136"/>
            <a:ext cx="841248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465576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4655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" y="3429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Losses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60120" y="3666744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 profit_flag column labelling each row as Profitable, Loss or Break Even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78224"/>
            <a:ext cx="841248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4169664"/>
            <a:ext cx="384048" cy="38404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1696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60120" y="413308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Bad Data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60120" y="4370832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 note to the impossible Brian Moss profit row for business review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The Numbers Say?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6052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416052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69848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$520K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Region Leads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87452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West generates the highest sales of all 4 regions. South trails significantly at $250K.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960120"/>
            <a:ext cx="416052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960120"/>
            <a:ext cx="416052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069848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41.11%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983480" y="16002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Dominates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83480" y="187452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drives the largest share of revenue. Office Supplies and Furniture split the rest.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926080"/>
            <a:ext cx="416052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926080"/>
            <a:ext cx="4160520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035808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2019–2022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548640" y="35661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Is Growing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384048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grew consistently year over year. The trend line shows healthy upward momentum.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2926080"/>
            <a:ext cx="416052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2926080"/>
            <a:ext cx="416052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3035808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18.6%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4983480" y="35661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 5 Orders Loses Money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83480" y="384048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1,098 out of 5,901 transactions resulted in a loss. This needs further business investigation.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3C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8288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superstore is profitable and growing — but nearly 1 in 5 transactions loses money. The data tells a clear story: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8046720" cy="5029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9659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Total revenue of $1.57M over 4 years with $175K in profit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587752"/>
            <a:ext cx="8046720" cy="5029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58775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West region and Technology category are the strongest performers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209544"/>
            <a:ext cx="8046720" cy="5029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209544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Sales are growing year over year — the business is healthy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831336"/>
            <a:ext cx="8046720" cy="5029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831336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1,098 loss transactions need investigation — discounts may be too aggressive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46634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• 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497</Words>
  <Application>Microsoft Office PowerPoint</Application>
  <PresentationFormat>On-screen Show (16:9)</PresentationFormat>
  <Paragraphs>80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HP</cp:lastModifiedBy>
  <cp:revision>2</cp:revision>
  <dcterms:created xsi:type="dcterms:W3CDTF">2026-05-07T09:59:17Z</dcterms:created>
  <dcterms:modified xsi:type="dcterms:W3CDTF">2026-05-07T10:20:45Z</dcterms:modified>
</cp:coreProperties>
</file>